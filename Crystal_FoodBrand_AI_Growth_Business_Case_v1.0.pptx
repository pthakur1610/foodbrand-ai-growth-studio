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FoodBrand AI Growth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B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u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s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i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n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e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s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s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a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s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e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f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o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y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s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t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a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l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T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e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h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n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o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l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o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g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y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 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S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e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v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i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e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246888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0992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8A0"/>
                </a:solidFill>
              </a:defRPr>
            </a:pPr>
            <a:r>
              <a:t>$600B</a:t>
            </a:r>
          </a:p>
          <a:p>
            <a:pPr>
              <a:defRPr sz="1000">
                <a:solidFill>
                  <a:srgbClr val="232A30"/>
                </a:solidFill>
              </a:defRPr>
            </a:pPr>
            <a:r>
              <a:t>food-processing opportunity by 2030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00200"/>
            <a:ext cx="246888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31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70992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17D5D"/>
                </a:solidFill>
              </a:defRPr>
            </a:pPr>
            <a:r>
              <a:t>18%</a:t>
            </a:r>
          </a:p>
          <a:p>
            <a:pPr>
              <a:defRPr sz="1000">
                <a:solidFill>
                  <a:srgbClr val="232A30"/>
                </a:solidFill>
              </a:defRPr>
            </a:pPr>
            <a:r>
              <a:t>food-FMCG sales via quick commerce by 2030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46888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D2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70992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D27D37"/>
                </a:solidFill>
              </a:defRPr>
            </a:pPr>
            <a:r>
              <a:t>$100B+</a:t>
            </a:r>
          </a:p>
          <a:p>
            <a:pPr>
              <a:defRPr sz="1000">
                <a:solidFill>
                  <a:srgbClr val="232A30"/>
                </a:solidFill>
              </a:defRPr>
            </a:pPr>
            <a:r>
              <a:t>India packaged-food industry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00200"/>
            <a:ext cx="246888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1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70992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63452"/>
                </a:solidFill>
              </a:defRPr>
            </a:pPr>
            <a:r>
              <a:t>24d → 2h</a:t>
            </a:r>
          </a:p>
          <a:p>
            <a:pPr>
              <a:defRPr sz="1000">
                <a:solidFill>
                  <a:srgbClr val="232A30"/>
                </a:solidFill>
              </a:defRPr>
            </a:pPr>
            <a:r>
              <a:t>reported AI content-cycle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India's food-processing sector is projected as a nearly US$600B opportunity by 2030; Deloitte/FICCI highlights quick commerce as a game changer. citeturn0news32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Redseer estimates quick commerce at ~4% of food-FMCG sales today and ~18% by 2030. citeturn0search7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India's packaged-food industry is valued at more than US$100B, while food-label and claim scrutiny is intensifying. citeturn0news26turn0news27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Reuters reported an AI marketing example where content creation was reduced from 24 days to about two hours. citeturn0news34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Business implication: faster content + localization + commerce activation + governance.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Product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FoodBrand AI Growth Studio — a platform + managed service for food/FMCG growth.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Consumer intelligence → campaign strategy → creative generation → regionalization → compliance → channel activation → performance → next-best-action.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Core positioning: “Turn consumer data into campaigns, campaigns into commerce, and commerce data into the next product decision.”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Key differentiator: agentic execution with brand, product-claim and compliance guardrails.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MVP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Brand Brain: brand rules, SKU/product facts, campaign history.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Consumer Intelligence: reviews, social comments, campaign and sales inputs.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Campaign Copilot: brief → strategy → copy/scripts/creative prompts.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Regionalization: market and language-specific variants.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Governance: claim validation, approval workflow, audit trail.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Activation + Analytics: selected channel connectors, KPI dashboard and next-best-action.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4251960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22206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MVP component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Brand Brain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Campaign Copilot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Regionalization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206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Activation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2220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Development cost — lean 6-month MVP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 component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Planning assumption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₹ lakh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Product / PM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0.5 FTE blended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Solution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1 FTE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AI/agent engineers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2 FTE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Full-stack /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1.5 FTE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UX + QA + DevOps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shared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Cloud / models /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6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Security + compliance design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fixed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Contingency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~15%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6 months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Build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Lean MVP: ₹70–90L, 4–6 months, 1–2 pilot brands, 2–3 priority integrations.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Enterprise-ready V1: ₹1.4–2.0Cr, 7–10 months, multi-brand architecture, broader integrations and stronger governance.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Recommendation: approve only the lean MVP after securing 2–3 design partners or paid pilots.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These are internal planning assumptions, not vendor quotations.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Per-client implementation economics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09728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8293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Workstream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Typical effort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Illustrative price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Discovery + data assessment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3–4 weeks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₹4–6L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Brand Brain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2–4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₹3–5L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Agent/workflow configuration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4–6 weeks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₹5–8L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API/channel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3–6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₹4–8L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Governance + security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2–4 weeks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₹2–4L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Training +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1–2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₹1–2L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Pilot implementation total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32A30"/>
                          </a:solidFill>
                        </a:defRPr>
                      </a:pPr>
                      <a:r>
                        <a:t>₹19–33L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Recurring revenue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789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Package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Setup fee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Annual recurring fee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Pilot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₹5–10L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₹20–30L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₹24–36L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₹35–60L+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₹48–72L+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Campaign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₹5–25L+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A30"/>
                          </a:solidFill>
                        </a:defRPr>
                      </a:pPr>
                      <a:r>
                        <a:t>As 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Illustrative Growth customer — Year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508760"/>
            <a:ext cx="246888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2D6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1848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68A0"/>
                </a:solidFill>
              </a:defRPr>
            </a:pPr>
            <a:r>
              <a:t>₹25L</a:t>
            </a:r>
          </a:p>
          <a:p>
            <a:pPr>
              <a:defRPr sz="1000">
                <a:solidFill>
                  <a:srgbClr val="232A30"/>
                </a:solidFill>
              </a:defRPr>
            </a:pPr>
            <a:r>
              <a:t>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508760"/>
            <a:ext cx="246888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31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161848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317D5D"/>
                </a:solidFill>
              </a:defRPr>
            </a:pPr>
            <a:r>
              <a:t>₹30L</a:t>
            </a:r>
          </a:p>
          <a:p>
            <a:pPr>
              <a:defRPr sz="1000">
                <a:solidFill>
                  <a:srgbClr val="232A30"/>
                </a:solidFill>
              </a:defRPr>
            </a:pPr>
            <a:r>
              <a:t>annual platform/service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246888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D2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1848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D27D37"/>
                </a:solidFill>
              </a:defRPr>
            </a:pPr>
            <a:r>
              <a:t>₹10L</a:t>
            </a:r>
          </a:p>
          <a:p>
            <a:pPr>
              <a:defRPr sz="1000">
                <a:solidFill>
                  <a:srgbClr val="232A30"/>
                </a:solidFill>
              </a:defRPr>
            </a:pPr>
            <a:r>
              <a:t>campaign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508760"/>
            <a:ext cx="2468880" cy="1143000"/>
          </a:xfrm>
          <a:prstGeom prst="roundRect">
            <a:avLst/>
          </a:prstGeom>
          <a:solidFill>
            <a:srgbClr val="F5F7F9"/>
          </a:solidFill>
          <a:ln>
            <a:solidFill>
              <a:srgbClr val="16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1618488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63452"/>
                </a:solidFill>
              </a:defRPr>
            </a:pPr>
            <a:r>
              <a:t>₹65L</a:t>
            </a:r>
          </a:p>
          <a:p>
            <a:pPr>
              <a:defRPr sz="1000">
                <a:solidFill>
                  <a:srgbClr val="232A30"/>
                </a:solidFill>
              </a:defRPr>
            </a:pPr>
            <a:r>
              <a:t>Year-1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3-year Crystal revenue scenario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2588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6170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163452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New customers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Avg. active recurring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Implementation revenue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₹75L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₹1.75Cr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₹3.0Cr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Recurring platform/service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₹60L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₹2.1Cr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₹4.8Cr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Campaign services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₹30L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₹1.0Cr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₹2.0Cr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TOTAL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₹1.65Cr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₹4.85Cr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A30"/>
                          </a:solidFill>
                        </a:defRPr>
                      </a:pPr>
                      <a:r>
                        <a:t>₹9.8Cr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Development payback —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MVP investment: ~₹86L.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At 3 Year-1 customers averaging ~₹55L first-year revenue, gross revenue is ~₹1.65Cr.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At an illustrative 55% contribution after direct delivery/cloud/support, Year-1 contribution is ~₹91L.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That makes the MVP close to cash payback within Year 1 if the sales conversion occurs as assumed.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Critical gating condition: secure paid pilots/design partners before building the full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How to onboard the first food giant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1. Sell a 6–8 week campaign pilot, not the entire platform.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2. Pick one measurable problem: new-SKU launch, regional campaign, quick-commerce optimization or review intelligence.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3. Connect only the data needed for that use case.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4. Human approval before publishing consumer-facing claims.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5. Measure cycle time, creative throughput, engagement, conversion and ROAS/CAC where available.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6. Convert the pilot into an annual Growth or Enterprise subscription.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Target customer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Beachhead: digitally ambitious food companies with ₹50Cr–₹500Cr scale, multiple SKUs and active D2C/e-commerce/quick-commerce presence.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Priority categories: healthy snacks, makhana, protein foods, beverages, ready-to-eat, spices, regional foods and premium/D2C.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Enterprise targets after 2–3 case studies: ITC Foods, Tata Consumer Products, Britannia, Dabur, Marico, Parle, Amul, Mother Dairy, MTR and Adani Wilmar.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Buyer personas: CMO, Digital Marketing Head, Consumer Insights, E-commerce/Quick-Commerce Head and Digital Transformation/CIO.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90-day go-to-market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Days 1–30: clickable MVP, ROI calculator, demo, pilot SOW and governance design.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Days 31–60: approach 20 accounts → 8 discovery meetings → 3 paid pilots.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Days 61–90: convert 1–2 pilots to annual contracts and create the first case study.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Success metrics: campaign cycle-time reduction, cost per asset, creative throughput, engagement, conversion and compliance exceptions.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Risks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Unsupported food/health claims → product-fact grounding + claim validation + human approval.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Data/privacy risk → data minimization, RBAC, secure connectors and retention policies.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Cloud/model cost → model routing, caching, token budgets and usage monitoring.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Low adoption → start with one workflow and keep humans in the loop.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Integration complexity → begin with exports/API-light connectors and productize repeat integrations.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Investment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Recommended MVP envelope: ₹70–90L.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Paid pilot target: ₹5–10L.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Target Growth customer: ₹20–30L implementation + ₹24–36L annual recurring.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GO if 2–3 design partners can be secured and one use case shows measurable ROI.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PAUSE if customers only want bespoke campaign services with no recurring platform demand.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Next step: build a 10-minute demo and take it to 5 food/FMCG decision makers.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3452"/>
                </a:solidFill>
              </a:defRPr>
            </a:pPr>
            <a:r>
              <a:t>Sources &amp; data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Deloitte–FICCI / Economic Times, July 2026: nearly US$600B India food-processing opportunity by 2030; quick commerce highlighted as a game changer. citeturn0news32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Redseer, June 2026: quick commerce estimated at ~4% of food-FMCG sales today and ~18% by 2030. citeturn0search7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Reuters, September 2026: India packaged-food industry valued at &gt;US$100B and reporting on proposed front-of-pack warning labels. citeturn0news26turn0news27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Reuters, May 2026: AI marketing example reducing content creation from 24 days to about two hours. citeturn0news34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Financial Express, September 2026: quick commerce increasingly important for FMCG and product launches. citeturn0news29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</a:defRPr>
            </a:pPr>
            <a:r>
              <a:t>All development, implementation, pricing and revenue numbers are proposed planning assumptions—not vendor quotes or audited forecasts.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241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9737D"/>
                </a:solidFill>
              </a:defRPr>
            </a:pPr>
            <a:r>
              <a:t>Illustrative business case | ₹ INR | Validate assumptions with Crystal's actual loaded costs and client 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